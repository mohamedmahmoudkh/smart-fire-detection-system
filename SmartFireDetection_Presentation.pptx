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0A06"/>
          </a:solidFill>
          <a:ln w="12700">
            <a:solidFill>
              <a:srgbClr val="1E0A0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6217920" y="36576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FIRE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SYSTEM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457200" y="2487168"/>
            <a:ext cx="45720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Connected Fire Alarm with WhatsApp Alerts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A3A4A"/>
          </a:solidFill>
          <a:ln w="12700">
            <a:solidFill>
              <a:srgbClr val="3A4A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5584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33192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60320" y="3291840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A3A4A"/>
          </a:solidFill>
          <a:ln w="12700">
            <a:solidFill>
              <a:srgbClr val="3A4A5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335584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71800" y="33192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63440" y="3291840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A3A4A"/>
          </a:solidFill>
          <a:ln w="12700">
            <a:solidFill>
              <a:srgbClr val="3A4A5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3558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74920" y="33192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•  Version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658368" cy="10789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0759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5568" y="11612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554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13432"/>
            <a:ext cx="658368" cy="10789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6946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" y="24231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8163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sensor &amp; buzzer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7530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75304"/>
            <a:ext cx="658368" cy="10789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83133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5568" y="36850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40782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flow and logic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0515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51560"/>
            <a:ext cx="658368" cy="10789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0759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50408" y="11612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50408" y="1554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CallMeBot integration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31343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313432"/>
            <a:ext cx="658368" cy="10789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56946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50408" y="24231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Demo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0408" y="28163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and deployment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57530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575304"/>
            <a:ext cx="658368" cy="10789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83133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50408" y="36850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0408" y="40782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892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789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IoT-based fire alarm system built on the ESP32 microcontroller. It monitors a digital flame sensor and responds instantly when fire is detected.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4231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957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flame sensor monitoring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86207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346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buzzer alarm activation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0098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2735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WhatsApp notification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73989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7124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readiness confirmation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7880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41513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debug output at 115200 baud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5486400" y="960120"/>
            <a:ext cx="3337560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5486400" y="1097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</a:t>
            </a:r>
            <a:endParaRPr lang="en-US" sz="3400" dirty="0"/>
          </a:p>
        </p:txBody>
      </p:sp>
      <p:sp>
        <p:nvSpPr>
          <p:cNvPr id="18" name="Text 11"/>
          <p:cNvSpPr/>
          <p:nvPr/>
        </p:nvSpPr>
        <p:spPr>
          <a:xfrm>
            <a:off x="5486400" y="17099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486400" y="2286000"/>
            <a:ext cx="3337560" cy="11887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5486400" y="24231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Wi-Fi</a:t>
            </a:r>
            <a:endParaRPr lang="en-US" sz="3400" dirty="0"/>
          </a:p>
        </p:txBody>
      </p:sp>
      <p:sp>
        <p:nvSpPr>
          <p:cNvPr id="21" name="Text 14"/>
          <p:cNvSpPr/>
          <p:nvPr/>
        </p:nvSpPr>
        <p:spPr>
          <a:xfrm>
            <a:off x="5486400" y="30358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0" y="3611880"/>
            <a:ext cx="333756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5486400" y="37490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</a:t>
            </a:r>
            <a:endParaRPr lang="en-US" sz="3400" dirty="0"/>
          </a:p>
        </p:txBody>
      </p:sp>
      <p:sp>
        <p:nvSpPr>
          <p:cNvPr id="24" name="Text 17"/>
          <p:cNvSpPr/>
          <p:nvPr/>
        </p:nvSpPr>
        <p:spPr>
          <a:xfrm>
            <a:off x="5486400" y="4361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Hardware Components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3566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88720"/>
            <a:ext cx="914400" cy="914400"/>
          </a:xfrm>
          <a:prstGeom prst="ellipse">
            <a:avLst/>
          </a:prstGeom>
          <a:solidFill>
            <a:srgbClr val="E63946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29844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304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7249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240MHz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Wi-Fi &amp; BT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87168" y="1005840"/>
            <a:ext cx="1920240" cy="3566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87168" y="1005840"/>
            <a:ext cx="1920240" cy="73152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90088" y="1188720"/>
            <a:ext cx="914400" cy="914400"/>
          </a:xfrm>
          <a:prstGeom prst="ellipse">
            <a:avLst/>
          </a:prstGeom>
          <a:solidFill>
            <a:srgbClr val="2A4A6A">
              <a:alpha val="80000"/>
            </a:srgbClr>
          </a:solidFill>
          <a:ln w="12700">
            <a:solidFill>
              <a:srgbClr val="2A4A6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1298448"/>
            <a:ext cx="694944" cy="6949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2888" y="2304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32888" y="27249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IR sensor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output on GPIO 32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08576" y="1005840"/>
            <a:ext cx="1920240" cy="3566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08576" y="1005840"/>
            <a:ext cx="192024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11496" y="1188720"/>
            <a:ext cx="914400" cy="914400"/>
          </a:xfrm>
          <a:prstGeom prst="ellipse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1298448"/>
            <a:ext cx="694944" cy="6949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54296" y="2304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654296" y="27249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compatible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on GPIO 33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729984" y="1005840"/>
            <a:ext cx="1920240" cy="3566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29984" y="100584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232904" y="1188720"/>
            <a:ext cx="914400" cy="91440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1298448"/>
            <a:ext cx="694944" cy="6949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75704" y="2304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802.11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775704" y="27249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b/g/n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connectivity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ASSIGNMENT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956048"/>
          <a:ext cx="8412480" cy="822960"/>
        </p:xfrm>
        <a:graphic>
          <a:graphicData uri="http://schemas.openxmlformats.org/drawingml/2006/table">
            <a:tbl>
              <a:tblPr/>
              <a:tblGrid>
                <a:gridCol w="1645920"/>
                <a:gridCol w="6766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Flame Sensor (INPUT) — HIGH = fire detected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Buzzer (OUTPUT) — HIGH = alarm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Software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24128"/>
            <a:ext cx="4114800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78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Serial, GPIO, Wi-Fi → send ready message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828800"/>
            <a:ext cx="3657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84248"/>
            <a:ext cx="4114800" cy="77724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39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GPIO 32 every cycle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788920"/>
            <a:ext cx="3657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944368"/>
            <a:ext cx="41148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999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= 1?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sensor output 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3749040"/>
            <a:ext cx="3657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904488"/>
            <a:ext cx="41148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959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sendAlert()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URL → HTTP POST → log response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14630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463040"/>
            <a:ext cx="7315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WiFi.h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Wi-Fi management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42316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423160"/>
            <a:ext cx="7315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496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HTTPClient.h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2834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POST requests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38328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383280"/>
            <a:ext cx="7315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456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UrlEncode.h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URL encoding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343400"/>
            <a:ext cx="40233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4416552"/>
            <a:ext cx="320040" cy="3200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257800" y="4416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stays ON while sensor reads HIGH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WhatsApp API Integration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241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https://api.callmebot.com/whatsapp.php?phone={number}&amp;apikey={key}&amp;text={message}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33472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2633472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E.164 format number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+201019972777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633472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828800"/>
            <a:ext cx="263347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apikey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23957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key from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CallMeBot WhatsApp bot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33472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828800"/>
            <a:ext cx="263347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3957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URL-encoded message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UrlEncode library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 CODES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2633472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message delivered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703320"/>
            <a:ext cx="2633472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7490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0" y="4114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— invalid API key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703320"/>
            <a:ext cx="2633472" cy="713232"/>
          </a:xfrm>
          <a:prstGeom prst="rect">
            <a:avLst/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7490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0" y="4114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— reduce frequency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your API key: open WhatsApp → add +34 644 59 21 83 → send: I allow callmebot to send me messages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Code Walkthrough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3886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789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3030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sensorValue = digitalRead(Sensor);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(sensorValue == 1) {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7510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digitalWrite(Buzzer, HIGH);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751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sendAlert("Warning! Fire Detected...");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1991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digitalWrite(Buzzer, LOW);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6471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87121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09524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3192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sendAlert(String message) 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5433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url = API_BASE + phone + apiKey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7673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 "&amp;text=" + urlEncode(message);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9913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HTTPClient http;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42153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code = http.POST(url);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44394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1554480"/>
            <a:ext cx="201168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60020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sensor GPIO 32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2651760"/>
            <a:ext cx="201168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269748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 fired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Setup Guide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2412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344168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716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29844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Arduino IDE &amp; ESP32 Board Package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35000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2670048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6974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9748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27632" y="26243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UrlEncode library via Library Manager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5760" y="367588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2920" y="3995928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40233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0233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9502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Wi-Fi, phone number &amp; API key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00600" y="102412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37760" y="1344168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93776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3716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62472" y="129844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sketch to ESP32 via USB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800600" y="235000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937760" y="2670048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937760" y="26974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69748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62472" y="26243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Serial Monitor (115200) &amp; verify output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800600" y="367588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937760" y="3995928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937760" y="40233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402336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62472" y="39502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bring flame near sensor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Known Issues &amp;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27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554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sent on every loop cycle → API rate limit (429)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1136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2128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 reconnection logic if connection drops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950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8712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hardcoded in source file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47872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" y="352958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sensor — no multi-zone detection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4709160" y="960120"/>
            <a:ext cx="4114800" cy="4572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80060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Improvements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57276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20640" y="15544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alertSent flag to limit to 1 alert per event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19456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20640" y="21762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Wi-Fi reconnection in loop()</a:t>
            </a:r>
            <a:endParaRPr lang="en-US" sz="11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816352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20640" y="279806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credentials in EEPROM / use provisioning</a:t>
            </a:r>
            <a:endParaRPr lang="en-US" sz="11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438144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120640" y="341985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OLED display for local status</a:t>
            </a:r>
            <a:endParaRPr lang="en-US" sz="11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4059936"/>
            <a:ext cx="274320" cy="27432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20640" y="40416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MQTT for IoT dashboard</a:t>
            </a:r>
            <a:endParaRPr lang="en-US" sz="1150" dirty="0"/>
          </a:p>
        </p:txBody>
      </p:sp>
      <p:sp>
        <p:nvSpPr>
          <p:cNvPr id="25" name="Shape 14"/>
          <p:cNvSpPr/>
          <p:nvPr/>
        </p:nvSpPr>
        <p:spPr>
          <a:xfrm>
            <a:off x="365760" y="4279392"/>
            <a:ext cx="8412480" cy="594360"/>
          </a:xfrm>
          <a:prstGeom prst="rect">
            <a:avLst/>
          </a:prstGeom>
          <a:solidFill>
            <a:srgbClr val="1E2D3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15"/>
          <p:cNvSpPr/>
          <p:nvPr/>
        </p:nvSpPr>
        <p:spPr>
          <a:xfrm>
            <a:off x="502920" y="4370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Fix: 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1463040" y="43708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(sensorValue == 1 &amp;&amp; !alertSent) { sendAlert(...); alertSent = true; 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5943600" y="45720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Detection System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•  Wi-Fi  •  WhatsApp API  •  Arduino C++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Fire Detection System</dc:title>
  <dc:subject>PptxGenJS Presentation</dc:subject>
  <dc:creator>Smart Systems Project</dc:creator>
  <cp:lastModifiedBy>Smart Systems Project</cp:lastModifiedBy>
  <cp:revision>1</cp:revision>
  <dcterms:created xsi:type="dcterms:W3CDTF">2026-05-17T15:41:29Z</dcterms:created>
  <dcterms:modified xsi:type="dcterms:W3CDTF">2026-05-17T15:41:29Z</dcterms:modified>
</cp:coreProperties>
</file>